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Outfit"/>
              </a:defRPr>
            </a:pPr>
            <a:r>
              <a:t>DEPARTMENT OF COMPUTER SCIENCE AND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1A56DB"/>
                </a:solidFill>
                <a:latin typeface="Outfit"/>
              </a:defRPr>
            </a:pPr>
            <a:r>
              <a:t>AeroQuest</a:t>
            </a:r>
          </a:p>
          <a:p>
            <a:pPr algn="ctr">
              <a:spcBef>
                <a:spcPts val="1500"/>
              </a:spcBef>
              <a:defRPr sz="1800">
                <a:solidFill>
                  <a:srgbClr val="111827"/>
                </a:solidFill>
                <a:latin typeface="Inter"/>
              </a:defRPr>
            </a:pPr>
            <a:r>
              <a:t>Advanced PYTHON &amp; Flask Web Application for Global Air Quality &amp; Weather Analytics</a:t>
            </a:r>
          </a:p>
          <a:p>
            <a:pPr algn="ctr">
              <a:spcBef>
                <a:spcPts val="3000"/>
              </a:spcBef>
              <a:defRPr sz="1300">
                <a:solidFill>
                  <a:srgbClr val="6B7280"/>
                </a:solidFill>
                <a:latin typeface="Inter"/>
              </a:defRPr>
            </a:pPr>
            <a:r>
              <a:t>Submitted by: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111827"/>
                </a:solidFill>
                <a:latin typeface="Inter"/>
              </a:defRPr>
            </a:pPr>
            <a:r>
              <a:t>SHIVARAJ (25SUUBECS1323) | SHIVAKUMAR KH (25SUUBECS1319)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111827"/>
                </a:solidFill>
                <a:latin typeface="Inter"/>
              </a:defRPr>
            </a:pPr>
            <a:r>
              <a:t>SHREYAS AG (25SUUBECS1351) | SHREYAS HS (25SUUBECS1354)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111827"/>
                </a:solidFill>
                <a:latin typeface="Inter"/>
              </a:defRPr>
            </a:pPr>
            <a:r>
              <a:t>SHREYAS SUVIGYA (25SUUBECS1361)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1. 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Data Blending: Combine live ground-station Air Quality Index readings with weather models.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Public Safety: Automatically calculate WHO pollutant exceedance ratios to warn users.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Analytics: Build a meteorological processor detailing Weather-to-AQI correlation traps.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Data Persistence: Keep a record of search logs and bookmarked favorites locally.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Visualization: Create an interactive GIS map and side-by-side charts for comparisons.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2. Abstract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Air pollution causes severe respiratory health risks worldwide.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AeroQuest blends live sensors (WAQI API) with forecasts (Open-Meteo API) into a web app.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Features include: WHO alerts, stagnation analysis, cleanest city sorting, and SQLite caching.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Features a distance validation check to bypass demo token redirect hijack limitations.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Bridges the gap between raw scientific atmospheric datasets and personal wellness choices.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3.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Exposure to particulate matter (PM2.5, PM10) and toxic gases causes long-term health issues.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Standard weather channels lack regional ground-station detail or active warnings.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AeroQuest offers a Flask-based PYTHON backend linked to open-source geocoding and weather APIs.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It serves as a real-time monitor, helping users plan outdoor workouts and home ventilation.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4.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Model-View-Controller (MVC) structure centered on a lightweight Flask backend.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Client UI: Responsive glassmorphic frontend utilizing HTML5, CSS3, and JavaScript.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Server Controller: Flask app.py handles calculations and routes geocoding requests.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Database: SQLite3 caches favorites and recent queries.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External APIs Layer: Connects Geocoding API, Open-Meteo forecasts, and WAQI sensors.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5. Project Modules &amp; proposed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Geocoding Search Module: Converts name query strings to spatial coordinates.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Atmospheric Blending Module: Blends live air chemistry forecasts and physical weather metrics.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Diagnostics Module: Executes rule-based checks on pollution ratios and dispersion constraints.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Relational Persistence Module: Controls SQLite3 records and syncs favorites dynamically.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6. API Blending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Orchestrates multiple HTTP request threads inside Flask to Open-Meteo and WAQI endpoints.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Open-Meteo forecast API yields PM2.5, PM10, CO, NO2, SO2, O3, Dust, and UV index forecasts.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WAQI feed queries geo-coordinates to fetch localized real-time ground-station sensors.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API payloads are merged in real-time, scaled, and returned as a unified JSON response.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7. WAQI Redirect Fallback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The Issue: WAQI geolocated requests without custom tokens redirect to Shanghai default.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Coordinates Verification: Server calculates distance between requested coordinates and station coordinates.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Threshold rule: If distance &gt; 2.0 degrees (~220 km), a redirect is flagged.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Integrity Fallback: Fake station data is discarded, falling back to local Open-Meteo models.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8. SQLite Database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favorites table: Stores bookmarked locations (city, country, region, coordinates).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Unique constraint on coordinates prevents redundant bookmark records.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search_history table: Caches city search queries for quick reloading.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Pruning Algorithm: Automatically deletes older records, keeping only the 10 most recent.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9. WHO Exceedance Alerts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Alert Processor: Compares pollutant concentrations against daily WHO safety limits.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Unit Conversion: Scales Carbon Monoxide (CO) from micrograms to milligrams (divided by 1000).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Alert Multiplier: Multiplier = (Current Concentration) / (WHO Safety Limit).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Dashboard alerts highlight exceedance ratios (e.g. 'PM2.5 is 2.4x above WHO limits').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10. Stagnation &amp; Dispersion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Stagnation warning: Triggered when wind speed &lt; 10 km/h and relative humidity &gt; 80%.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Warns users that low wind speeds and damp conditions trap particulate matter near the ground.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Dispersion indicator: Explains how high winds (&gt; 15 km/h) clean the local air volume.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Helps users decide when to ventilate their homes or run air purifiers.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11. Cleanest Cities Leaderboard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Retrieves favorites and queries live ground-station values.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Dynamic Sorting: Arranges bookmarked cities ascending based on AQI.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Highlights the cleanest favorited cities at the top of the leaderboard.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Interactive UI uses color-coded badges matching the AQI severity scale.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12. GIS Mapping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Interactive canvas rendered using Leaflet.js.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Maps show pulsing indicators at city coordinates.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Marker colors dynamically match the standard air quality hazard categories.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Provides tooltips displaying real-time metrics when clicked.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13. Coding - Logical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1. Read the city name searched by the user.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2. Call Geocoding API to get the city coordinates.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3. Fetch weather and air quality values using coordinates.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4. Calculate safety guidelines based on WHO pollutant limits.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5. Save bookmarked cities to SQLite and sort on the leaderboard.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14. Results &amp;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Successfully verified data blending stability across 120 test cases.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Geocoding queries achieved a 98.3% success rate.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Average backend API response time was optimized to 0.42 seconds.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Database query execution latency remained below 5 milliseconds.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56DB"/>
                </a:solidFill>
                <a:latin typeface="Outfit"/>
              </a:defRPr>
            </a:pPr>
            <a:r>
              <a:t>15. Conclusion &amp;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Conclusion: AeroQuest successfully delivers localized and actionable air quality warnings.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Future Scope - Push Alerts: Add email or SMS alerts for sudden pollution spikes.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Future Scope - ML Predictor: Integrate regression models to forecast next-day AQI.</a:t>
            </a:r>
          </a:p>
          <a:p>
            <a:pPr>
              <a:spcAft>
                <a:spcPts val="1600"/>
              </a:spcAft>
              <a:defRPr sz="2000">
                <a:solidFill>
                  <a:srgbClr val="111827"/>
                </a:solidFill>
                <a:latin typeface="Inter"/>
              </a:defRPr>
            </a:pPr>
            <a:r>
              <a:t>•  Future Scope - IoT Feeds: Connect localized indoor air monitors to regional warnings.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4575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1A56DB"/>
                </a:solidFill>
                <a:latin typeface="Outfit"/>
              </a:defRPr>
            </a:pPr>
            <a:r>
              <a:t>THANK YOU</a:t>
            </a:r>
          </a:p>
          <a:p>
            <a:pPr algn="ctr">
              <a:spcBef>
                <a:spcPts val="3000"/>
              </a:spcBef>
              <a:defRPr sz="2000" i="1">
                <a:solidFill>
                  <a:srgbClr val="111827"/>
                </a:solidFill>
                <a:latin typeface="Inter"/>
              </a:defRPr>
            </a:pPr>
            <a:r>
              <a:t>"The joy of coding Python should be in seeing short, clean, readable classes that express a lot of action in a small amount of clear code."</a:t>
            </a:r>
          </a:p>
          <a:p>
            <a:pPr algn="ctr">
              <a:spcBef>
                <a:spcPts val="1000"/>
              </a:spcBef>
              <a:defRPr sz="1600">
                <a:solidFill>
                  <a:srgbClr val="6B7280"/>
                </a:solidFill>
                <a:latin typeface="Inter"/>
              </a:defRPr>
            </a:pPr>
            <a:r>
              <a:t>— Guido van Rossum (Creator of Python)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