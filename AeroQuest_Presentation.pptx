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3F4F6"/>
                </a:solidFill>
                <a:latin typeface="Outfit"/>
              </a:defRPr>
            </a:pPr>
            <a:r>
              <a:t>AeroQuest</a:t>
            </a:r>
          </a:p>
          <a:p>
            <a:pPr algn="ctr">
              <a:spcBef>
                <a:spcPts val="2000"/>
              </a:spcBef>
              <a:defRPr sz="2200">
                <a:solidFill>
                  <a:srgbClr val="10B981"/>
                </a:solidFill>
                <a:latin typeface="Inter"/>
              </a:defRPr>
            </a:pPr>
            <a:r>
              <a:t>Advanced Full-Stack Dashboard for Global Air Quality &amp; Weather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1. Project Vision &amp;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Democratize global atmospheric and air quality monitoring.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Fuse real-time meteorology (wind, humidity, temp) with pollutant metrics.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Automate public health recommendations tailored for active lifestyles.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Provide an out-of-the-box system that requires no complex configurations.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Bridge the gap between raw data formats and interactive visual user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2. The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Backend: Python 3.13 + Flask framework.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Database Caching: SQLite3 for favorites and search logs.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Integrations: Open-Meteo REST APIs (Geocoding &amp; Air Quality).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Ground Station Feeds: WAQI API (Real-time air pollution indexes).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Visualization: Chart.js (Historical trends) and Leaflet.js (GIS Mapping).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3. WAQI API Redirect Fallback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The Challenge: WAQI 'demo' token geolocated requests force-redirect to Shanghai.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The Solution: Implemented latitude/longitude coordinate distance verification checks.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The Logic: If returned station coordinates differ from queried coordinates by &gt; 2.0 degrees, the redirect is flagged as hijack.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Fallback Path: Backend discards fake station data and falls back to localized Open-Meteo forecasts.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Token Settings: User input widget in sidebar footer saves custom WAQI token in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4. Database Architecture (database.py)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Relational tables built for search_history and favorites.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Unique Constraints: Prevents duplicate bookmarks on coordinates (lat/long combinations).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Automatic Pruning: Caches only the latest 10 recent searches to prevent database bloating.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Server-side Synchronization: Keeps user data safe and loads bookmarks dynamically on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5. WHO Exceedance Alert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Analytical Engine: Calculates active health warnings when pollutants exceed WHO 24h safety standards.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Unit Conversion: Divides Carbon Monoxide (CO) concentration by 1000 to scale from micrograms to milligrams, preventing false warnings.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Ratio Math: Multiplier = Concentration / WHO safe limit.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Dynamic UI: Highlights exceedance multipliers (e.g. 'PM2.5 is 2.4x above WHO safe limit').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6. Weather-AQI 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Meteorological Rules: Combines wind speed, relative humidity, and temperatures.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Stagnation Alerts: Warns users when wind speed &lt; 10 km/h and humidity &gt; 80% that local atmospheric conditions are trapping particulates.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Dispersion Insights: Explains how high winds (&gt; 15 km/h) disperse chemical pollutants.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Aesthetic Cards: Dynamic insights card rendered seamlessly next to the gauge.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7. Cleanest City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Dynamic Sorting: Compiles favorites list in real-time, fetching active air quality readings.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Sort Order: Automatically ranks cities ascending (cleanest to most polluted).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Premium Visuals: Uses customized ranking badges, layout transitions, and green-to-red severity indicators.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Asynchronous Grid: Automatically updates as favorites are bookmarked or removed.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8. UI/UX &amp; GIS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Interactive Mapping: Custom Leaflet.js canvases using dark-matter/voyager tile schemes.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Pulsing HTML divIcons: Color-coded map indicators matching the US AQI severity scale.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Dual-City Compare: Parallel Chart.js forecast curves comparing two cities side-by-side.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Responsive Grids: Fluid glassmorphism layouts with backdropped blurring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Outfit"/>
              </a:defRPr>
            </a:pPr>
            <a:r>
              <a:t>9. Conclusion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Success: Successfully resolved key API redirects, unit scaling issues, and database persistence.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Cloud Deployments: Deployed and live on Render at https://aeroquest-11v1.onrender.com.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IoT Roadmap: Interfacing localized indoor smart-purifier metrics with regional warnings.</a:t>
            </a:r>
          </a:p>
          <a:p>
            <a:pPr>
              <a:spcAft>
                <a:spcPts val="1600"/>
              </a:spcAft>
              <a:defRPr sz="2000">
                <a:solidFill>
                  <a:srgbClr val="F3F4F6"/>
                </a:solidFill>
                <a:latin typeface="Inter"/>
              </a:defRPr>
            </a:pPr>
            <a:r>
              <a:t>•  AI Forecasting: Using historical datasets to predict next-day AQI trends based on wind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