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57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3F4F6"/>
                </a:solidFill>
                <a:latin typeface="Outfit"/>
              </a:defRPr>
            </a:pPr>
            <a:r>
              <a:t>AeroQuest</a:t>
            </a:r>
          </a:p>
          <a:p>
            <a:pPr algn="ctr">
              <a:spcBef>
                <a:spcPts val="2000"/>
              </a:spcBef>
              <a:defRPr sz="2200">
                <a:solidFill>
                  <a:srgbClr val="10B981"/>
                </a:solidFill>
                <a:latin typeface="Inter"/>
              </a:defRPr>
            </a:pPr>
            <a:r>
              <a:t>Advanced Full-Stack Dashboard for Global Atmospheric 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1. Project Vision &amp;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Democratize global atmospheric and air quality monitoring.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Provide an out-of-the-box system that requires NO configuration or complex API key registrations.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Fuse real-time meteorology (temperature, wind, humidity) with chemical pollutants concentrations.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Bridge the gap between raw data formats and interactive visual user dashboards.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2. The Technical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Backend: Python 3.13 + Flask framework.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Database Caching: SQLite3 (built-in relational database).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Integrations: Open-Meteo REST APIs (Geocoding &amp; Air Quality).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Visualization: Chart.js (Interactive forecasting curves).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Mapping: Leaflet.js (Interactive GIS maps with custom pulsing marker indicators).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3. Python Server Logic (app.py)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Route Proxying: Exposes custom endpoints like /api/air-quality to fetch raw payloads safely.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CORS Mitigation: Prevents cross-origin file loading errors by proxying browser calls on the server.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Error Handling: Traps exceptions during API fetches and returns user-friendly JSON payloads.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Tuned Performance: Configured with debug=False for solid production execution in isolated sessions.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4. Database Architecture (database.py)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Relational tables built for search_history and favorites.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Unique Constraints: Prevents duplicate bookmarks on coordinates (lat/long combinations).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Automatic Pruning: Caches only the latest 10 recent searches to prevent database bloating.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Server-side Synchronization: Keeps user data safe and loads bookmarks dynamically on launch.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5. UI/UX &amp; Glassmorphism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Modern Layout: Dark-mode by default with optional high-contrast Light Theme toggle.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Glassmorphism: Utilizes backdrop-filter: blur() with subtle semitransparent borders.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Dynamic Colors: Modifies CSS variables to color-match card glows to the active city's AQI severity.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Fluid Responsiveness: Optimized layout grids for mobile, tablet, and widescreen monitors.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6. GIS Leaflet Mapping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Renders interactive maps using lightweight, CDN-hosted Leaflet.js.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Features CARTO Voyager (light) and Dark Matter (dark) custom tile styling.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Applies custom HTML divIcons that pulse with colors mapped to US AQI guidelines.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Invalidates sizes on layout shifts to prevent grey layout rendering bugs.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7. Chart.js Forecast &amp;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Draws 7-day hourly analytics curves using modern HTML5 Canvas widgets.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Filters: Interactive filters for PM2.5, PM10, Ozone, and Nitrogen Dioxide.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Verdicts: Computes and displays peak values, lowest values, and average conditions.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Dual-City Overlay: Graphs comparison curves side-by-side on a single comparison grid.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8. Dual-City Comparison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Allows users to select any two cities dynamically (City A vs City B).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Calculates clean air percentage verdicts: e.g. 'City A is 25% cleaner than City B'.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Extracts comparative metrics (CO, SO2, O3, Dust) side-by-side.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Fuses both datasets and renders dual-curves to compare forecasts at a glance.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  <a:latin typeface="Outfit"/>
              </a:defRPr>
            </a:pPr>
            <a:r>
              <a:t>9. Conclusion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IoT Integrations: Supporting localized smart air-purifier and home monitor APIs.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Push Notifications: Alerting sensitive groups on sudden PM2.5 spikes.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AI Forecasting: Machine learning layers to predict AQI spikes based on wind forecasts.</a:t>
            </a:r>
          </a:p>
          <a:p>
            <a:pPr>
              <a:spcAft>
                <a:spcPts val="1600"/>
              </a:spcAft>
              <a:defRPr sz="2000">
                <a:solidFill>
                  <a:srgbClr val="F3F4F6"/>
                </a:solidFill>
                <a:latin typeface="Inter"/>
              </a:defRPr>
            </a:pPr>
            <a:r>
              <a:t>•  Deployments: Containerizing the Flask server using Docker for cloud hosting.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